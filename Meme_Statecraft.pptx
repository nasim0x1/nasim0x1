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3587" l="0" r="0" t="0"/>
          <a:stretch/>
        </p:blipFill>
        <p:spPr>
          <a:xfrm>
            <a:off x="0" y="38100"/>
            <a:ext cx="16255999" cy="874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3007" l="0" r="0" t="0"/>
          <a:stretch/>
        </p:blipFill>
        <p:spPr>
          <a:xfrm>
            <a:off x="0" y="38100"/>
            <a:ext cx="16255999" cy="879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1961" l="0" r="0" t="0"/>
          <a:stretch/>
        </p:blipFill>
        <p:spPr>
          <a:xfrm>
            <a:off x="0" y="38100"/>
            <a:ext cx="16255452" cy="940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2771" l="0" r="0" t="0"/>
          <a:stretch/>
        </p:blipFill>
        <p:spPr>
          <a:xfrm>
            <a:off x="0" y="38100"/>
            <a:ext cx="16255999" cy="88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3354" l="0" r="0" t="0"/>
          <a:stretch/>
        </p:blipFill>
        <p:spPr>
          <a:xfrm>
            <a:off x="0" y="38100"/>
            <a:ext cx="16255999" cy="87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2771" l="0" r="0" t="0"/>
          <a:stretch/>
        </p:blipFill>
        <p:spPr>
          <a:xfrm>
            <a:off x="0" y="38100"/>
            <a:ext cx="16255999" cy="88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3241" l="0" r="0" t="0"/>
          <a:stretch/>
        </p:blipFill>
        <p:spPr>
          <a:xfrm>
            <a:off x="0" y="38100"/>
            <a:ext cx="16255999" cy="877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3007" l="0" r="0" t="0"/>
          <a:stretch/>
        </p:blipFill>
        <p:spPr>
          <a:xfrm>
            <a:off x="0" y="38100"/>
            <a:ext cx="16255999" cy="879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2771" l="0" r="0" t="0"/>
          <a:stretch/>
        </p:blipFill>
        <p:spPr>
          <a:xfrm>
            <a:off x="0" y="38100"/>
            <a:ext cx="16255999" cy="88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